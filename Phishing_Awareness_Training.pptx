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67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2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620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3248" y="141732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13248" y="139903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avoiding, and reporting phishing attacks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72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Security Awareness Module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77DDD-C910-B967-0A4C-71D1BC084349}"/>
              </a:ext>
            </a:extLst>
          </p:cNvPr>
          <p:cNvSpPr txBox="1"/>
          <p:nvPr/>
        </p:nvSpPr>
        <p:spPr>
          <a:xfrm>
            <a:off x="8610600" y="5143500"/>
            <a:ext cx="371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           By :-</a:t>
            </a:r>
          </a:p>
          <a:p>
            <a:r>
              <a:rPr lang="en-IN" dirty="0">
                <a:solidFill>
                  <a:schemeClr val="bg1"/>
                </a:solidFill>
              </a:rPr>
              <a:t>	Prayas Vijay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attack and why it matters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hooks attackers rely 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08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spear, whaling, smishing, vishing, clone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039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Red Flags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696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fake email and fake website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26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599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651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major phishing incidents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Protected + Quiz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760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and a quick knowledge check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a trusted source — a bank, coworker, delivery company, or IT department — to trick people into revealing credentials, financial details, or installing malware.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by email, text, phone, or fake websites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deception, not technical hacking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way breaches begin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9AA9C7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965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680960" y="32004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are estimated to begin with a phishing 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 industry estimate (e.g. Verizon DBIR, CISA)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Works: The Psychology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536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901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pressure short-circuits careful thinking.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79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679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job loss push people to act before they verify.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22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822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impersonate a boss, bank, or government agency people don't want to question.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965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3309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received a package / a document was shared with you" invites an impulsive click.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fraudulent emails sent to thousands of targets at once.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attacks targeting a specific person using researched details.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508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737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9640" y="2651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high-value targets (CEO, CFO).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messages with malicious links.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916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phone calls impersonating banks or support desks.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321040" y="3703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3931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9640" y="4846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resent with links swapped for malicious ones.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security-alert@paypa1-support.com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URGENT: Your account will be suspended!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450592"/>
            <a:ext cx="5303520" cy="0"/>
          </a:xfrm>
          <a:prstGeom prst="line">
            <a:avLst/>
          </a:prstGeom>
          <a:noFill/>
          <a:ln w="12700">
            <a:solidFill>
              <a:srgbClr val="C7C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detcted unusal activity on you're account. Please verify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information immediately by clicking the link below or your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will be permanently closed within 24 hours.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92608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http://paypa1-secure-verify.net/login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 Account_Statement.zip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600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618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("paypa1" not "paypal")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23042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and threats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29718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9900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greeting, no real name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36758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and grammar errors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43434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3616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hides the real destination URL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5029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010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5047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.zip attachment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Fake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7607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C7CD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760720" cy="502920"/>
          </a:xfrm>
          <a:prstGeom prst="rect">
            <a:avLst/>
          </a:prstGeom>
          <a:solidFill>
            <a:srgbClr val="EDEFF4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1673352"/>
            <a:ext cx="164592" cy="164592"/>
          </a:xfrm>
          <a:prstGeom prst="ellipse">
            <a:avLst/>
          </a:prstGeom>
          <a:solidFill>
            <a:srgbClr val="C7CDD9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550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37360" y="1627632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http://secure-login.bank-verify-online.com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MyBank Online Login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expires in 02:14 — verify now to avoid suspension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Card Number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61188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C7C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/ PIN / SSN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site's design is slightly off, urgent, and asks for far more than a real bank ever would.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18288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1847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domain — not the real bank's URL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269748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padlock, or a fake one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356616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3584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timers and fake urgency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443484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416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4453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sensitive data a login never needs (SSN, full card)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Business Email Compromise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$100M+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two major tech companies to a fake-vendor invoice scheme (2013–2015)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impersonated a real hardware supplier and submitted convincing but fraudulent invoices to company finance teams over several years.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16276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was used — just convincing impersonation and paperwork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42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procurement staff are high-value phishing targets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payment/account changes via a separate, known channel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4805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3708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 approval for large wire transfers limits damage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Mass Credential Harvesting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fake delivery and bank-login pages sent yearly in bulk phishing campaigns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clone the look of trusted brands — shipping carriers, banks, streaming services — to harvest logins and payment details at scale.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16276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be targeted, not just executives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6517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542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pages often look nearly identical to the real brand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661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passwords turns one click into many compromised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480560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43708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most stolen-password attacks cold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Email: Social Engineering Tactics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believable scenario ("IT support", "new vendor") to extract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an infected USB drive or offering a tempting free download to lure a click.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Quid Pro Quo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fake service or prize in exchange for credentials or access.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employee through a secure door without their own access badge.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Protected: Do's and Don'ts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EAF6F0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check the real URL before clicking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requests via a separate known channel (call the bank directly)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everywhere possible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 / security immediately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browsers updated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CEAEC"/>
          </a:solidFill>
          <a:ln w="12700">
            <a:solidFill>
              <a:srgbClr val="F3C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or open attachments from unexpected senders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reuse the same password across multiple sites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act on urgency or threats without verifying first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give out one-time codes or PINs to anyone who calls you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5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a familiar logo or name means it's legitimate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(or Fell For) Phishing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leads to mistakes. Pause before doing anything else.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clicked a malicious link or ran a file, disconnect from the network.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49640" y="2743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passwords for any account that may be exposed, starting with email.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multi-factor authentication if it isn't already active.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70916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team, bank, or email provider right away.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4069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549640" y="50292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bank and email accounts for unusual activity in the days after.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Quiz: Test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184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"support@amaz0n-security.com" asks you to confirm your password urgently. Best action?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305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and confirm  B) Delete/report without clicking  C) Reply asking if it's real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coworker calls asking for your login "to fix an urgent issue." What should you do?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10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Give it over the phone  B) Verify their identity through a separate known channel first  C) Email it instead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17880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website has a padlock icon in the address bar. Does that guarantee it's safe?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6908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Yes, always  B) No — it only means the connection is encrypted, not that the site is legitimate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3492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4589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accidentally clicked a phishing link but entered no data. What's the safest next step?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9710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Ignore it, nothing happened  B) Disconnect, run a scan, and monitor accounts just in case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 &amp; 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 — Never confirm credentials through an urgent, unsolicited email link.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 — Always verify identity through a separate trusted channel before sharing access.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 — HTTPS confirms encryption only, never legitimacy or trustworthiness.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 — Disconnect, scan, and monitor even if no data appears to have been entered.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exploiting trust and urgency, not technical flaws. Slow down, verify through a separate channel, and report anything suspicious — that alone stops the vast majority of attacks.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280160"/>
            <a:ext cx="1371600" cy="13716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3248" y="126187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click. Verify before you trust. Report before it spreads.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CodeAlpha Cyber Security Internship — Task 2: Phishing Awareness 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1348</Words>
  <Application>Microsoft Office PowerPoint</Application>
  <PresentationFormat>Widescreen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Prayas Vijay</cp:lastModifiedBy>
  <cp:revision>2</cp:revision>
  <dcterms:created xsi:type="dcterms:W3CDTF">2026-07-20T04:36:35Z</dcterms:created>
  <dcterms:modified xsi:type="dcterms:W3CDTF">2026-07-20T17:36:51Z</dcterms:modified>
</cp:coreProperties>
</file>